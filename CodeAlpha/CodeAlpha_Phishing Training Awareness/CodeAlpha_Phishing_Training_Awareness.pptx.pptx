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cyberattack where attackers impersonate trusted entities.</a:t>
            </a:r>
          </a:p>
          <a:p>
            <a:pPr lvl="1"/>
            <a:r>
              <a:t>Goal: steal credentials, financial data, or deploy malware.</a:t>
            </a:r>
          </a:p>
          <a:p>
            <a:pPr lvl="1"/>
            <a:r>
              <a:t>Often delivered via email, SMS, calls, or fake websites.</a:t>
            </a:r>
          </a:p>
          <a:p>
            <a:pPr lvl="1"/>
            <a:r>
              <a:t>Relies on psychological manipulation to trick victims.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Phishing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Unusual or mismatched sender address.</a:t>
            </a:r>
          </a:p>
          <a:p>
            <a:pPr lvl="1"/>
            <a:r>
              <a:t>Emails creating urgency or fear to force quick action.</a:t>
            </a:r>
          </a:p>
          <a:p>
            <a:pPr lvl="1"/>
            <a:r>
              <a:t>Grammar and spelling mistakes indicating lack of professionalism.</a:t>
            </a:r>
          </a:p>
          <a:p>
            <a:pPr lvl="1"/>
            <a:r>
              <a:t>Links that redirect to unknown or suspicious domains.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Phishing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 Phishing – most common; mass-targeted emails.</a:t>
            </a:r>
          </a:p>
          <a:p>
            <a:pPr lvl="1"/>
            <a:r>
              <a:t>Spear Phishing – personalized, aimed at individuals.</a:t>
            </a:r>
          </a:p>
          <a:p>
            <a:pPr lvl="1"/>
            <a:r>
              <a:t>Whaling – targeting executives or high-value individuals.</a:t>
            </a:r>
          </a:p>
          <a:p>
            <a:pPr lvl="1"/>
            <a:r>
              <a:t>Smishing – phishing via SMS.</a:t>
            </a:r>
          </a:p>
          <a:p>
            <a:pPr lvl="1"/>
            <a:r>
              <a:t>Vishing – voice call phishing.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Phishing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invoice attachments urging immediate payment.</a:t>
            </a:r>
          </a:p>
          <a:p>
            <a:pPr lvl="1"/>
            <a:r>
              <a:t>Messages saying your account will be deactivated soon.</a:t>
            </a:r>
          </a:p>
          <a:p>
            <a:pPr lvl="1"/>
            <a:r>
              <a:t>Links pretending to be security verification alerts.</a:t>
            </a:r>
          </a:p>
          <a:p>
            <a:pPr lvl="1"/>
            <a:r>
              <a:t>Spoofed sender names resembling real companies.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Spoofing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websites mimicking trusted brands to steal logins.</a:t>
            </a:r>
          </a:p>
          <a:p>
            <a:pPr lvl="1"/>
            <a:r>
              <a:t>Often identical layout but malicious backend.</a:t>
            </a:r>
          </a:p>
          <a:p>
            <a:pPr lvl="1"/>
            <a:r>
              <a:t>Victims enter credentials believing it's legitimate.</a:t>
            </a:r>
          </a:p>
          <a:p>
            <a:pPr lvl="1"/>
            <a:r>
              <a:t>URLs contain subtle misspellings or extra characters.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Attackers exploit human emotions like trust or fear.</a:t>
            </a:r>
          </a:p>
          <a:p>
            <a:pPr lvl="1"/>
            <a:r>
              <a:t>Pretexting: creating a fabricated scenario to gain trust.</a:t>
            </a:r>
          </a:p>
          <a:p>
            <a:pPr lvl="1"/>
            <a:r>
              <a:t>Baiting: offering something enticing to lure victims.</a:t>
            </a:r>
          </a:p>
          <a:p>
            <a:pPr lvl="1"/>
            <a:r>
              <a:t>Tailgating: entering restricted spaces behind authorized personnel.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Flags in URLs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for HTTPS—though not always guaranteed safe.</a:t>
            </a:r>
          </a:p>
          <a:p>
            <a:pPr lvl="1"/>
            <a:r>
              <a:t>Misspelled domain names like goooogle.com.</a:t>
            </a:r>
          </a:p>
          <a:p>
            <a:pPr lvl="1"/>
            <a:r>
              <a:t>Extra numbers or unrelated words in URLs.</a:t>
            </a:r>
          </a:p>
          <a:p>
            <a:pPr lvl="1"/>
            <a:r>
              <a:t>Shortened links hiding real destination.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Malicious Attachments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Files containing embedded malware or ransomware.</a:t>
            </a:r>
          </a:p>
          <a:p>
            <a:pPr lvl="1"/>
            <a:r>
              <a:t>.exe files disguised as documents.</a:t>
            </a:r>
          </a:p>
          <a:p>
            <a:pPr lvl="1"/>
            <a:r>
              <a:t>Compressed files like .zip used to hide malicious executables.</a:t>
            </a:r>
          </a:p>
          <a:p>
            <a:pPr lvl="1"/>
            <a:r>
              <a:t>Macros in Word/Excel files that execute scripts.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Email Compromise (BEC)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Attackers impersonate CEOs or managers.</a:t>
            </a:r>
          </a:p>
          <a:p>
            <a:pPr lvl="1"/>
            <a:r>
              <a:t>Requests for urgent money transfers or gift cards.</a:t>
            </a:r>
          </a:p>
          <a:p>
            <a:pPr lvl="1"/>
            <a:r>
              <a:t>Highly targeted and financially damaging.</a:t>
            </a:r>
          </a:p>
          <a:p>
            <a:pPr lvl="1"/>
            <a:r>
              <a:t>Often bypasses spam filters using social engineering.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Credential Harvesting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login pages capturing usernames and passwords.</a:t>
            </a:r>
          </a:p>
          <a:p>
            <a:pPr lvl="1"/>
            <a:r>
              <a:t>Used to access banking, corporate, or email accounts.</a:t>
            </a:r>
          </a:p>
          <a:p>
            <a:pPr lvl="1"/>
            <a:r>
              <a:t>Attackers may automatically forward emails to avoid detection.</a:t>
            </a:r>
          </a:p>
          <a:p>
            <a:pPr lvl="1"/>
            <a:r>
              <a:t>Often sent through convincing emails with familiar branding.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Verify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Hover over links to preview destination.</a:t>
            </a:r>
          </a:p>
          <a:p>
            <a:pPr lvl="1"/>
            <a:r>
              <a:t>Avoid clicking unfamiliar or shortened URLs.</a:t>
            </a:r>
          </a:p>
          <a:p>
            <a:pPr lvl="1"/>
            <a:r>
              <a:t>Use tools like VirusTotal to scan suspicious links.</a:t>
            </a:r>
          </a:p>
          <a:p>
            <a:pPr lvl="1"/>
            <a:r>
              <a:t>Type URLs manually instead of clicking links.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 suspicious emails to IT/security teams.</a:t>
            </a:r>
          </a:p>
          <a:p>
            <a:pPr lvl="1"/>
            <a:r>
              <a:t>Use built-in email 'Report Phishing' buttons.</a:t>
            </a:r>
          </a:p>
          <a:p>
            <a:pPr lvl="1"/>
            <a:r>
              <a:t>Forward phishing attempts to government cyber cells.</a:t>
            </a:r>
          </a:p>
          <a:p>
            <a:pPr lvl="1"/>
            <a:r>
              <a:t>Reporting helps block attacks for others.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reusing passwords across websites.</a:t>
            </a:r>
          </a:p>
          <a:p>
            <a:pPr lvl="1"/>
            <a:r>
              <a:t>Enable multi-factor authentication (MFA).</a:t>
            </a:r>
          </a:p>
          <a:p>
            <a:pPr lvl="1"/>
            <a:r>
              <a:t>Keep software and antivirus updated.</a:t>
            </a:r>
          </a:p>
          <a:p>
            <a:pPr lvl="1"/>
            <a:r>
              <a:t>Be skeptical of unsolicited communication.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 Hygiene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strong, unique passwords for each account.</a:t>
            </a:r>
          </a:p>
          <a:p>
            <a:pPr lvl="1"/>
            <a:r>
              <a:t>Avoid using personal info like birthdays.</a:t>
            </a:r>
          </a:p>
          <a:p>
            <a:pPr lvl="1"/>
            <a:r>
              <a:t>Use password managers to store secure passwords.</a:t>
            </a:r>
          </a:p>
          <a:p>
            <a:pPr lvl="1"/>
            <a:r>
              <a:t>Change passwords periodically or after breaches.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Browsing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visit trusted websites.</a:t>
            </a:r>
          </a:p>
          <a:p>
            <a:pPr lvl="1"/>
            <a:r>
              <a:t>Avoid downloading from unknown sources.</a:t>
            </a:r>
          </a:p>
          <a:p>
            <a:pPr lvl="1"/>
            <a:r>
              <a:t>Check SSL certificates by clicking the padlock.</a:t>
            </a:r>
          </a:p>
          <a:p>
            <a:pPr lvl="1"/>
            <a:r>
              <a:t>Be cautious when using public Wi-Fi.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 1: 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Fishing in a lake</a:t>
            </a:r>
          </a:p>
          <a:p>
            <a:pPr lvl="1"/>
            <a:r>
              <a:t>B) A cyberattack to steal information</a:t>
            </a:r>
          </a:p>
          <a:p>
            <a:pPr lvl="1"/>
            <a:r>
              <a:t>C) Software installation</a:t>
            </a:r>
          </a:p>
          <a:p>
            <a:pPr lvl="1"/>
            <a:r>
              <a:t>D) None of the above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 2: Which is a common phishing indicator?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Professional language</a:t>
            </a:r>
          </a:p>
          <a:p>
            <a:pPr lvl="1"/>
            <a:r>
              <a:t>B) Unexpected attachments</a:t>
            </a:r>
          </a:p>
          <a:p>
            <a:pPr lvl="1"/>
            <a:r>
              <a:t>C) Official company seal</a:t>
            </a:r>
          </a:p>
          <a:p>
            <a:pPr lvl="1"/>
            <a:r>
              <a:t>D) Verified signature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 3: What should you do before clicking a link?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Click immediately to check</a:t>
            </a:r>
          </a:p>
          <a:p>
            <a:pPr lvl="1"/>
            <a:r>
              <a:t>B) Hover to inspect the true URL</a:t>
            </a:r>
          </a:p>
          <a:p>
            <a:pPr lvl="1"/>
            <a:r>
              <a:t>C) Disable antivirus</a:t>
            </a:r>
          </a:p>
          <a:p>
            <a:pPr lvl="1"/>
            <a:r>
              <a:t>D) Respond to sender first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True/False: Phishing only happens via email.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False – it can occur via SMS, calls, websites, etc.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True/False: HTTPS guarantees a site is safe.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False – attackers can also use HTTPS.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True/False: Hovering on links helps identify real URLs.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683</Words>
  <Application>Microsoft Office PowerPoint</Application>
  <PresentationFormat>On-screen Show (4:3)</PresentationFormat>
  <Paragraphs>97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What is Phishing?</vt:lpstr>
      <vt:lpstr>Common Phishing Indicators</vt:lpstr>
      <vt:lpstr>Types of Phishing Attacks</vt:lpstr>
      <vt:lpstr>Email Phishing Example</vt:lpstr>
      <vt:lpstr>Website Spoofing</vt:lpstr>
      <vt:lpstr>Social Engineering</vt:lpstr>
      <vt:lpstr>Red Flags in URLs</vt:lpstr>
      <vt:lpstr>Malicious Attachments</vt:lpstr>
      <vt:lpstr>Business Email Compromise (BEC)</vt:lpstr>
      <vt:lpstr>Credential Harvesting</vt:lpstr>
      <vt:lpstr>How to Verify Links</vt:lpstr>
      <vt:lpstr>Reporting Phishing</vt:lpstr>
      <vt:lpstr>Best Practices</vt:lpstr>
      <vt:lpstr>Password Hygiene</vt:lpstr>
      <vt:lpstr>Safe Browsing Habits</vt:lpstr>
      <vt:lpstr>MCQ 1: What is phishing?</vt:lpstr>
      <vt:lpstr>MCQ 2: Which is a common phishing indicator?</vt:lpstr>
      <vt:lpstr>MCQ 3: What should you do before clicking a link?</vt:lpstr>
      <vt:lpstr>True/False: Phishing only happens via email.</vt:lpstr>
      <vt:lpstr>True/False: HTTPS guarantees a site is safe.</vt:lpstr>
      <vt:lpstr>True/False: Hovering on links helps identify real URLs.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Phishing?</dc:title>
  <dc:subject/>
  <dc:creator>HP</dc:creator>
  <cp:keywords/>
  <dc:description>generated using python-pptx</dc:description>
  <cp:lastModifiedBy>Ayan</cp:lastModifiedBy>
  <cp:revision>1</cp:revision>
  <dcterms:created xsi:type="dcterms:W3CDTF">2013-01-27T09:14:16Z</dcterms:created>
  <dcterms:modified xsi:type="dcterms:W3CDTF">2025-11-29T14:43:04Z</dcterms:modified>
  <cp:category/>
</cp:coreProperties>
</file>